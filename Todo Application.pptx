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0" r:id="rId7"/>
    <p:sldId id="258" r:id="rId8"/>
    <p:sldId id="261" r:id="rId9"/>
    <p:sldId id="262" r:id="rId10"/>
    <p:sldId id="283" r:id="rId11"/>
    <p:sldId id="264" r:id="rId12"/>
    <p:sldId id="269" r:id="rId13"/>
    <p:sldId id="286" r:id="rId14"/>
    <p:sldId id="2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DC0616-0F9B-4373-96BC-334759BDDB07}">
          <p14:sldIdLst>
            <p14:sldId id="256"/>
            <p14:sldId id="257"/>
            <p14:sldId id="260"/>
            <p14:sldId id="258"/>
            <p14:sldId id="261"/>
            <p14:sldId id="262"/>
            <p14:sldId id="283"/>
            <p14:sldId id="264"/>
          </p14:sldIdLst>
        </p14:section>
        <p14:section name="Untitled Section" id="{1E71608C-793C-42F1-B59A-34F456207192}">
          <p14:sldIdLst>
            <p14:sldId id="269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8859" y="463151"/>
            <a:ext cx="8466806" cy="1462169"/>
          </a:xfrm>
        </p:spPr>
        <p:txBody>
          <a:bodyPr/>
          <a:lstStyle/>
          <a:p>
            <a:r>
              <a:rPr lang="en-US" sz="8000" dirty="0" err="1"/>
              <a:t>Todo</a:t>
            </a:r>
            <a:r>
              <a:rPr lang="en-US" sz="8000" dirty="0"/>
              <a:t>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0514" y="1925321"/>
            <a:ext cx="8808430" cy="4784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        Internship Project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Developed By:</a:t>
            </a:r>
            <a:r>
              <a:rPr lang="en-US" dirty="0"/>
              <a:t> </a:t>
            </a:r>
            <a:r>
              <a:rPr lang="en-US" dirty="0" err="1"/>
              <a:t>Jayashri</a:t>
            </a:r>
            <a:r>
              <a:rPr lang="en-US" dirty="0"/>
              <a:t> </a:t>
            </a:r>
            <a:r>
              <a:rPr lang="en-US" dirty="0" err="1"/>
              <a:t>Shewale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Organization:</a:t>
            </a:r>
            <a:r>
              <a:rPr lang="en-US" dirty="0"/>
              <a:t> </a:t>
            </a:r>
            <a:r>
              <a:rPr lang="en-US" dirty="0" err="1"/>
              <a:t>Naviotech</a:t>
            </a:r>
            <a:r>
              <a:rPr lang="en-US" dirty="0"/>
              <a:t> Pvt Ltd.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/>
              <a:t>Description:</a:t>
            </a:r>
            <a:r>
              <a:rPr lang="en-US" dirty="0" err="1"/>
              <a:t>This</a:t>
            </a:r>
            <a:r>
              <a:rPr lang="en-US" dirty="0"/>
              <a:t> project is a full-stack </a:t>
            </a:r>
            <a:r>
              <a:rPr lang="en-US" dirty="0" err="1"/>
              <a:t>Todo</a:t>
            </a:r>
            <a:r>
              <a:rPr lang="en-US" dirty="0"/>
              <a:t> application that helps users manage their daily tasks efficiently with a simple and interactive interface.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26A38F-A302-447E-BCCE-D22082ECD20F}"/>
              </a:ext>
            </a:extLst>
          </p:cNvPr>
          <p:cNvSpPr txBox="1">
            <a:spLocks/>
          </p:cNvSpPr>
          <p:nvPr/>
        </p:nvSpPr>
        <p:spPr>
          <a:xfrm>
            <a:off x="2930821" y="1925320"/>
            <a:ext cx="7077456" cy="12435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631" y="188259"/>
            <a:ext cx="8258629" cy="1219627"/>
          </a:xfrm>
        </p:spPr>
        <p:txBody>
          <a:bodyPr>
            <a:normAutofit/>
          </a:bodyPr>
          <a:lstStyle/>
          <a:p>
            <a:r>
              <a:rPr lang="en-US" sz="6000" dirty="0"/>
              <a:t>Introduction</a:t>
            </a:r>
            <a:endParaRPr lang="en-US" sz="6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AE97A2-BE00-4896-A0C5-ED1483587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457" y="1814286"/>
            <a:ext cx="8258629" cy="4855455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1800" b="1" dirty="0" err="1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Todo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 Application is a web-based task management system</a:t>
            </a: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Users can add, edit, delete, and mark tasks as complete</a:t>
            </a: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Designed with a clean and user-friendly interface</a:t>
            </a:r>
          </a:p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Demonstrates practical knowledge of frontend and backend integration</a:t>
            </a: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971" y="170543"/>
            <a:ext cx="8105648" cy="1280886"/>
          </a:xfrm>
        </p:spPr>
        <p:txBody>
          <a:bodyPr>
            <a:normAutofit/>
          </a:bodyPr>
          <a:lstStyle/>
          <a:p>
            <a:r>
              <a:rPr lang="en-US" sz="6000" dirty="0"/>
              <a:t>Project Objective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477" y="1625599"/>
            <a:ext cx="9197523" cy="4689475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Develop a fully functional CRUD (Create, Read, Update, Delete)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Learn frontend-backend communication using REST APIs.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Understand how to persist data using MongoDB.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Enhance skills in Vanilla JavaScript and Node.js.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Gain experience in building real-world web applications.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843" y="344941"/>
            <a:ext cx="11214100" cy="923330"/>
          </a:xfrm>
        </p:spPr>
        <p:txBody>
          <a:bodyPr/>
          <a:lstStyle/>
          <a:p>
            <a:r>
              <a:rPr lang="en-US" sz="6000" dirty="0"/>
              <a:t>Technology Used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498599"/>
            <a:ext cx="7962900" cy="481647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Frontend:</a:t>
            </a: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HTML – structure of web pages.</a:t>
            </a: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CSS – styling and layout.</a:t>
            </a: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JavaScript – dynamic functionality, DOM manipulation.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Backend:</a:t>
            </a: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Node.js – server-side JavaScript runtime.</a:t>
            </a: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Express.js – framework to handle HTTP requests.</a:t>
            </a:r>
          </a:p>
          <a:p>
            <a:pPr marL="0" indent="0">
              <a:buNone/>
            </a:pPr>
            <a:endParaRPr lang="en-US" sz="18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 Black" panose="020B0A04020102020204" pitchFamily="34" charset="0"/>
              </a:rPr>
              <a:t>Database:</a:t>
            </a:r>
          </a:p>
          <a:p>
            <a:pPr lvl="1"/>
            <a:r>
              <a:rPr lang="en-US" sz="1800" dirty="0">
                <a:latin typeface="Arial Black" panose="020B0A04020102020204" pitchFamily="34" charset="0"/>
              </a:rPr>
              <a:t>MongoDB – stores tasks for persistence and retrieval.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7900" y="566738"/>
            <a:ext cx="11214100" cy="923330"/>
          </a:xfrm>
        </p:spPr>
        <p:txBody>
          <a:bodyPr/>
          <a:lstStyle/>
          <a:p>
            <a:r>
              <a:rPr lang="en-US" sz="6000" dirty="0"/>
              <a:t>Features Implemented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647700" y="2127251"/>
            <a:ext cx="10604500" cy="3987800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latin typeface="Arial Black" panose="020B0A04020102020204" pitchFamily="34" charset="0"/>
              </a:rPr>
              <a:t>Add Task : </a:t>
            </a:r>
            <a:r>
              <a:rPr lang="en-US" dirty="0">
                <a:latin typeface="Arial Black" panose="020B0A04020102020204" pitchFamily="34" charset="0"/>
              </a:rPr>
              <a:t>Users can add new tasks which get stored in MongoDB.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 Black" panose="020B0A04020102020204" pitchFamily="34" charset="0"/>
              </a:rPr>
              <a:t>Edit Task : Update task details after adding.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 Black" panose="020B0A04020102020204" pitchFamily="34" charset="0"/>
              </a:rPr>
              <a:t>Delete Task : Remove unnecessary tasks.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 Black" panose="020B0A04020102020204" pitchFamily="34" charset="0"/>
              </a:rPr>
              <a:t>Mark as Complete : Toggle task status to completed.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 Black" panose="020B0A04020102020204" pitchFamily="34" charset="0"/>
              </a:rPr>
              <a:t>Fetch Tasks : Display all tasks dynamically on the page.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 Black" panose="020B0A04020102020204" pitchFamily="34" charset="0"/>
              </a:rPr>
              <a:t>Update Tasks : Tasks update in real-time without refreshing the page.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438" y="305950"/>
            <a:ext cx="11214100" cy="923330"/>
          </a:xfrm>
        </p:spPr>
        <p:txBody>
          <a:bodyPr/>
          <a:lstStyle/>
          <a:p>
            <a:r>
              <a:rPr lang="en-US" sz="6000" dirty="0"/>
              <a:t>System 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F11E7-EDE5-4119-BA64-4FC57C28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4" name="AutoShape 2">
            <a:extLst>
              <a:ext uri="{FF2B5EF4-FFF2-40B4-BE49-F238E27FC236}">
                <a16:creationId xmlns:a16="http://schemas.microsoft.com/office/drawing/2014/main" id="{75D345DE-26E6-438F-ACB7-36D9F54B285B}"/>
              </a:ext>
            </a:extLst>
          </p:cNvPr>
          <p:cNvSpPr>
            <a:spLocks noGrp="1" noChangeAspect="1" noChangeArrowheads="1"/>
          </p:cNvSpPr>
          <p:nvPr>
            <p:ph type="body" sz="quarter" idx="19"/>
          </p:nvPr>
        </p:nvSpPr>
        <p:spPr bwMode="auto">
          <a:xfrm>
            <a:off x="1214438" y="2643188"/>
            <a:ext cx="9701212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8E77BCF-704E-408F-9B6B-4ABD33362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837174"/>
            <a:ext cx="9701212" cy="471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3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362" y="192088"/>
            <a:ext cx="11214100" cy="923330"/>
          </a:xfrm>
        </p:spPr>
        <p:txBody>
          <a:bodyPr/>
          <a:lstStyle/>
          <a:p>
            <a:r>
              <a:rPr lang="en-US" sz="6000" dirty="0"/>
              <a:t>API Endpoints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478C69-0A1D-45FF-8600-ED903803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E852B4E7-DE46-498F-9B39-58D27650A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9160"/>
              </p:ext>
            </p:extLst>
          </p:nvPr>
        </p:nvGraphicFramePr>
        <p:xfrm>
          <a:off x="1047749" y="1500684"/>
          <a:ext cx="9215436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8405449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3990357349"/>
                    </a:ext>
                  </a:extLst>
                </a:gridCol>
                <a:gridCol w="4129086">
                  <a:extLst>
                    <a:ext uri="{9D8B030D-6E8A-4147-A177-3AD203B41FA5}">
                      <a16:colId xmlns:a16="http://schemas.microsoft.com/office/drawing/2014/main" val="26430718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10277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r>
                        <a:rPr lang="en-US" dirty="0" err="1"/>
                        <a:t>todos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Fetch all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36517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r>
                        <a:rPr lang="en-US" dirty="0" err="1"/>
                        <a:t>todos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 a new task.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40134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r>
                        <a:rPr lang="en-US" dirty="0" err="1"/>
                        <a:t>todos</a:t>
                      </a:r>
                      <a:r>
                        <a:rPr lang="en-US" dirty="0"/>
                        <a:t>/:id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Edit or mark task complete.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95299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r>
                        <a:rPr lang="en-US" dirty="0" err="1"/>
                        <a:t>todos</a:t>
                      </a:r>
                      <a:r>
                        <a:rPr lang="en-US" dirty="0"/>
                        <a:t>/:id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Delete a task.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58445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1BF210B-C627-4B91-929C-AA8D38C56573}"/>
              </a:ext>
            </a:extLst>
          </p:cNvPr>
          <p:cNvSpPr txBox="1"/>
          <p:nvPr/>
        </p:nvSpPr>
        <p:spPr>
          <a:xfrm>
            <a:off x="1047749" y="5091300"/>
            <a:ext cx="9215436" cy="129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Each task has a unique ID in MongoDB.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PUT method allows update operations, including marking as complete.</a:t>
            </a:r>
          </a:p>
        </p:txBody>
      </p:sp>
    </p:spTree>
    <p:extLst>
      <p:ext uri="{BB962C8B-B14F-4D97-AF65-F5344CB8AC3E}">
        <p14:creationId xmlns:p14="http://schemas.microsoft.com/office/powerpoint/2010/main" val="45118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2" y="428625"/>
            <a:ext cx="11214100" cy="923330"/>
          </a:xfrm>
        </p:spPr>
        <p:txBody>
          <a:bodyPr/>
          <a:lstStyle/>
          <a:p>
            <a:r>
              <a:rPr lang="en-US" sz="6000" dirty="0"/>
              <a:t>User Interaction 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C2D367-2A6E-41FE-A9EA-24FF17BC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8CE7E-FF19-4429-B974-26943D099A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4350" y="1671638"/>
            <a:ext cx="10332281" cy="445502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rial Black" panose="020B0A04020102020204" pitchFamily="34" charset="0"/>
              </a:rPr>
              <a:t>Open application → tasks fetched from backend.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rial Black" panose="020B0A04020102020204" pitchFamily="34" charset="0"/>
              </a:rPr>
              <a:t>Add task → task appears immediately in list.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rial Black" panose="020B0A04020102020204" pitchFamily="34" charset="0"/>
              </a:rPr>
              <a:t>Edit task → task text updates in DB and UI.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rial Black" panose="020B0A04020102020204" pitchFamily="34" charset="0"/>
              </a:rPr>
              <a:t>Mark task complete → text is struck through.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latin typeface="Arial Black" panose="020B0A04020102020204" pitchFamily="34" charset="0"/>
              </a:rPr>
              <a:t>Delete task → task removed from DB and UI.</a:t>
            </a:r>
          </a:p>
          <a:p>
            <a:pPr>
              <a:lnSpc>
                <a:spcPct val="150000"/>
              </a:lnSpc>
            </a:pPr>
            <a:endParaRPr lang="en-US" sz="1800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Arial Black" panose="020B0A04020102020204" pitchFamily="34" charset="0"/>
              </a:rPr>
              <a:t>UX Focus: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rial Black" panose="020B0A04020102020204" pitchFamily="34" charset="0"/>
              </a:rPr>
              <a:t>Dynamic updates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rial Black" panose="020B0A04020102020204" pitchFamily="34" charset="0"/>
              </a:rPr>
              <a:t>Immediate feedback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800" dirty="0">
                <a:latin typeface="Arial Black" panose="020B0A04020102020204" pitchFamily="34" charset="0"/>
              </a:rPr>
              <a:t>Minimal clicks for operations</a:t>
            </a:r>
          </a:p>
        </p:txBody>
      </p:sp>
    </p:spTree>
    <p:extLst>
      <p:ext uri="{BB962C8B-B14F-4D97-AF65-F5344CB8AC3E}">
        <p14:creationId xmlns:p14="http://schemas.microsoft.com/office/powerpoint/2010/main" val="66310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773829-BF28-4FE8-946A-E2EF213D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38" y="642937"/>
            <a:ext cx="11214100" cy="923330"/>
          </a:xfrm>
        </p:spPr>
        <p:txBody>
          <a:bodyPr/>
          <a:lstStyle/>
          <a:p>
            <a:r>
              <a:rPr lang="en-US" sz="6000" dirty="0"/>
              <a:t>Learning Outcomes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58B442-018D-4F68-B4B9-DABC9B3B1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2336132"/>
            <a:ext cx="11214100" cy="409324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Learned full-stack development concepts.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Implemented RESTful APIs.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Hands-on experience with CRUD operations.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Understood frontend-backend integration.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Improved problem-solving and debugging skills.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Experience in project workflow and GitHub usage.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FEB55D-DD66-44AD-8E2D-8B24523E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763" y="557212"/>
            <a:ext cx="11214100" cy="923330"/>
          </a:xfrm>
        </p:spPr>
        <p:txBody>
          <a:bodyPr/>
          <a:lstStyle/>
          <a:p>
            <a:r>
              <a:rPr lang="en-US" sz="600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55E2A-6723-46B1-B2AD-9A9DEA47E9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800" y="2000251"/>
            <a:ext cx="10485438" cy="33575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 All project requirements implemented successfully.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 Full-stack knowledge gained with practical experience.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 Application ready for real-world use.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>
                <a:latin typeface="Arial Black" panose="020B0A04020102020204" pitchFamily="34" charset="0"/>
              </a:rPr>
              <a:t> Demonstrates ability to manage tasks effectively</a:t>
            </a:r>
          </a:p>
        </p:txBody>
      </p:sp>
    </p:spTree>
    <p:extLst>
      <p:ext uri="{BB962C8B-B14F-4D97-AF65-F5344CB8AC3E}">
        <p14:creationId xmlns:p14="http://schemas.microsoft.com/office/powerpoint/2010/main" val="363024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4FE265-3476-4108-B4F6-E413380A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0471" y="2843213"/>
            <a:ext cx="7551057" cy="285931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rial Black" panose="020B0A04020102020204" pitchFamily="34" charset="0"/>
              </a:rPr>
              <a:t>Thank You !!!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4EA100-F914-45C4-AB12-D0CDA1B2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3870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106</TotalTime>
  <Words>449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Trade Gothic LT Pro</vt:lpstr>
      <vt:lpstr>Trebuchet MS</vt:lpstr>
      <vt:lpstr>Wingdings</vt:lpstr>
      <vt:lpstr>Office Theme</vt:lpstr>
      <vt:lpstr>Todo Application</vt:lpstr>
      <vt:lpstr>Introduction</vt:lpstr>
      <vt:lpstr>Project Objective</vt:lpstr>
      <vt:lpstr>Technology Used</vt:lpstr>
      <vt:lpstr>Features Implemented</vt:lpstr>
      <vt:lpstr>System Architecture</vt:lpstr>
      <vt:lpstr>API Endpoints</vt:lpstr>
      <vt:lpstr>User Interaction Flow</vt:lpstr>
      <vt:lpstr>Learning Outcomes</vt:lpstr>
      <vt:lpstr>Conclusion</vt:lpstr>
      <vt:lpstr>Thank You 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Application</dc:title>
  <dc:creator>jayashrishewale2005@gmail.com</dc:creator>
  <cp:lastModifiedBy>jayashrishewale2005@gmail.com</cp:lastModifiedBy>
  <cp:revision>6</cp:revision>
  <dcterms:created xsi:type="dcterms:W3CDTF">2026-03-03T04:23:16Z</dcterms:created>
  <dcterms:modified xsi:type="dcterms:W3CDTF">2026-03-03T07:15:16Z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